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0"/>
    <p:restoredTop sz="94667"/>
  </p:normalViewPr>
  <p:slideViewPr>
    <p:cSldViewPr snapToGrid="0">
      <p:cViewPr varScale="1">
        <p:scale>
          <a:sx n="110" d="100"/>
          <a:sy n="110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DC698-3567-898D-A9AC-DCE36F668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D0D73-CE6E-1E63-0765-4A00E8820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C59B3-5AA1-1F9B-8C6E-39FA9142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5A360-653E-2CF4-CA93-3E3DC45F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F549D-7D8F-3706-16D0-09802254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23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2B46-61CF-7F24-4566-30077939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3850-24D7-AB85-2235-65BED455B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4BCAF-5167-7331-FE2F-81A2B930C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8676F-0CBB-662F-A060-0420C1A5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10952-8CE9-528F-C195-CBF9A127F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26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85A8E-0EE9-991E-2229-86E85F8F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186B2-7D5E-E16B-9B07-F0F8B39EB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97039-C0DA-0110-0386-A18EB4D3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93CE-D757-BE78-DC61-3255CDF8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2F787-B3AD-668E-F36F-026C6C42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0389-EC13-F5EC-C604-711879F4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38F40-6578-7366-9D4D-D6F0476F3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34C7E-2958-2B8B-1B35-B0245DB0D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2B1EA-3F8D-98C9-C7F8-05440763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B4AD0-5F92-171B-2B18-A0003656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65EE5-62CA-3B7D-FE81-D711A3CE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4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04CC5-5E14-680D-2478-362F2C63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C3242-E2D1-00E2-89AC-88898C65F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B7CC02-919E-C502-BC0D-02DF4B667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341F57-79B4-4671-A30B-E5D1A3C38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99FDF-2008-F42A-583A-7317AE3F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EC58B-0B86-09E4-913D-3413D2DC0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0AD1A8-40D8-F965-7B18-555DC7F1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DBC49A-F0A4-30A0-6A8A-3A021FACA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2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BCDC5-53A1-9836-B8CE-5CF9C491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D5ACA-636C-37A2-0443-AA02D5A6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FB3AB-1877-0D51-4901-94445059B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43288-B6E8-988C-13EE-6D7563F3C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23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8C79C-1CCF-E87B-D267-265C392BB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95D4A-644F-CC25-74E0-587CC2499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DD1AE-81A4-0EA1-AC79-D8DAF5421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2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B9784-764D-4725-DBAC-22E613473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DF81-0EC5-963C-4438-6AA8F2706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E9D9A-5362-5EF4-F5B6-CCD8AB848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AB1ED-3424-3507-559F-4AD465C5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0DB93-0FB8-DC6B-5B14-FD0E0B35F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69EDF-FB14-327E-159F-B57D90378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24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6DC9B-1B40-9F36-0EBA-8EDA4E5C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CEA3E4-087F-A755-3CE6-0B1EB75A2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6158B-C65A-2CCA-634A-282884DD1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DEEB6-5518-3767-4366-1EC9BF139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A444C-E304-7DBB-C435-A5A54FEED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09A4D-30E4-8D0F-9190-CD8F32F8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9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716B0-24E2-B264-70A3-1C7DE5E4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2E4CA-9A70-BF72-875A-1073AD4FB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37AE4-43E5-0FCE-B146-A6BAC6E31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48F08-0386-3CA1-7480-941F3D830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BB78-524D-41A2-3A98-A244EAC4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33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481419-ACE2-C53D-51F8-8FE0E5C98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656DF-DA5B-7308-38A9-1BBA86A09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5AED4-5B28-CCCF-24DE-704FFEB4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C3C56-4EB5-4B45-5FE1-7A0D83666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45A68-1102-E75B-5944-951F654A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8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BBD09F-F88A-2797-8C6E-890CEF09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10C14-1D50-FF4A-F210-01EEE254E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81802-1C6D-8486-F69B-5010765CAD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13909-9299-4A4A-BBC7-287B372590C4}" type="datetimeFigureOut">
              <a:rPr lang="en-US" smtClean="0"/>
              <a:t>5/17/25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57010-A8B0-CE76-5C7D-2C7758F60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34F89-C366-4C28-D99E-50B730C99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33750-70A1-5E4E-B8DF-EE11AB5A8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69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86D1AD3-D9EF-8BC3-5CDE-2BCBCD1580D9}"/>
              </a:ext>
            </a:extLst>
          </p:cNvPr>
          <p:cNvGrpSpPr/>
          <p:nvPr/>
        </p:nvGrpSpPr>
        <p:grpSpPr>
          <a:xfrm>
            <a:off x="2211657" y="1965960"/>
            <a:ext cx="7541943" cy="2926080"/>
            <a:chOff x="2211657" y="1965960"/>
            <a:chExt cx="7541943" cy="292608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D4FB1B-0633-B5D1-27A5-58290D270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2438400" y="1965960"/>
              <a:ext cx="3657600" cy="292608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1DB1CC7-5C97-6416-2215-9B0BFE584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096000" y="1965960"/>
              <a:ext cx="3657600" cy="292608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9C388C-4023-8490-2149-BA4E47CD454E}"/>
                </a:ext>
              </a:extLst>
            </p:cNvPr>
            <p:cNvSpPr txBox="1"/>
            <p:nvPr/>
          </p:nvSpPr>
          <p:spPr>
            <a:xfrm>
              <a:off x="2211657" y="1965960"/>
              <a:ext cx="453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Helvetica" pitchFamily="2" charset="0"/>
                </a:rPr>
                <a:t>A)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BEC2C7-824B-FC51-3AC2-DC198E874214}"/>
                </a:ext>
              </a:extLst>
            </p:cNvPr>
            <p:cNvSpPr txBox="1"/>
            <p:nvPr/>
          </p:nvSpPr>
          <p:spPr>
            <a:xfrm>
              <a:off x="5869258" y="1965960"/>
              <a:ext cx="453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Helvetica" pitchFamily="2" charset="0"/>
                </a:rPr>
                <a:t>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9747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Sanaka, Krishna</dc:creator>
  <cp:lastModifiedBy>Sanaka, Krishna</cp:lastModifiedBy>
  <cp:revision>4</cp:revision>
  <dcterms:created xsi:type="dcterms:W3CDTF">2025-05-17T16:58:51Z</dcterms:created>
  <dcterms:modified xsi:type="dcterms:W3CDTF">2025-05-17T22:53:49Z</dcterms:modified>
</cp:coreProperties>
</file>